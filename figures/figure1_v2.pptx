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73"/>
    <a:srgbClr val="CC79A7"/>
    <a:srgbClr val="0072B2"/>
    <a:srgbClr val="D55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23CADE-1E1E-4A42-BA53-D7F25A2D2BFC}" v="46" dt="2025-08-06T13:42:17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79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stiello de Obeso, Santiago" userId="b4fc0b8e-1f0e-417a-8aad-015961d2398a" providerId="ADAL" clId="{2A3F39FC-901B-4154-829D-ABB3A00DA094}"/>
    <pc:docChg chg="undo custSel addSld delSld modSld">
      <pc:chgData name="Castiello de Obeso, Santiago" userId="b4fc0b8e-1f0e-417a-8aad-015961d2398a" providerId="ADAL" clId="{2A3F39FC-901B-4154-829D-ABB3A00DA094}" dt="2025-03-06T15:18:02.839" v="1699" actId="47"/>
      <pc:docMkLst>
        <pc:docMk/>
      </pc:docMkLst>
      <pc:sldChg chg="addSp delSp modSp new del mod">
        <pc:chgData name="Castiello de Obeso, Santiago" userId="b4fc0b8e-1f0e-417a-8aad-015961d2398a" providerId="ADAL" clId="{2A3F39FC-901B-4154-829D-ABB3A00DA094}" dt="2025-02-08T15:53:27.381" v="1210" actId="47"/>
        <pc:sldMkLst>
          <pc:docMk/>
          <pc:sldMk cId="2310198615" sldId="256"/>
        </pc:sldMkLst>
      </pc:sldChg>
      <pc:sldChg chg="addSp delSp modSp add del mod">
        <pc:chgData name="Castiello de Obeso, Santiago" userId="b4fc0b8e-1f0e-417a-8aad-015961d2398a" providerId="ADAL" clId="{2A3F39FC-901B-4154-829D-ABB3A00DA094}" dt="2025-03-06T15:18:02.839" v="1699" actId="47"/>
        <pc:sldMkLst>
          <pc:docMk/>
          <pc:sldMk cId="4023193392" sldId="257"/>
        </pc:sldMkLst>
      </pc:sldChg>
      <pc:sldChg chg="addSp delSp modSp add del mod">
        <pc:chgData name="Castiello de Obeso, Santiago" userId="b4fc0b8e-1f0e-417a-8aad-015961d2398a" providerId="ADAL" clId="{2A3F39FC-901B-4154-829D-ABB3A00DA094}" dt="2025-03-06T15:18:02.839" v="1699" actId="47"/>
        <pc:sldMkLst>
          <pc:docMk/>
          <pc:sldMk cId="1821791587" sldId="258"/>
        </pc:sldMkLst>
      </pc:sldChg>
      <pc:sldChg chg="addSp delSp modSp add mod">
        <pc:chgData name="Castiello de Obeso, Santiago" userId="b4fc0b8e-1f0e-417a-8aad-015961d2398a" providerId="ADAL" clId="{2A3F39FC-901B-4154-829D-ABB3A00DA094}" dt="2025-03-06T14:31:40.122" v="1698" actId="21"/>
        <pc:sldMkLst>
          <pc:docMk/>
          <pc:sldMk cId="2654144847" sldId="259"/>
        </pc:sldMkLst>
      </pc:sldChg>
    </pc:docChg>
  </pc:docChgLst>
  <pc:docChgLst>
    <pc:chgData name="Castiello de Obeso, Santiago" userId="b4fc0b8e-1f0e-417a-8aad-015961d2398a" providerId="ADAL" clId="{AE23CADE-1E1E-4A42-BA53-D7F25A2D2BFC}"/>
    <pc:docChg chg="undo custSel addSld delSld modSld">
      <pc:chgData name="Castiello de Obeso, Santiago" userId="b4fc0b8e-1f0e-417a-8aad-015961d2398a" providerId="ADAL" clId="{AE23CADE-1E1E-4A42-BA53-D7F25A2D2BFC}" dt="2025-08-26T14:32:41.088" v="542" actId="47"/>
      <pc:docMkLst>
        <pc:docMk/>
      </pc:docMkLst>
      <pc:sldChg chg="modSp del mod">
        <pc:chgData name="Castiello de Obeso, Santiago" userId="b4fc0b8e-1f0e-417a-8aad-015961d2398a" providerId="ADAL" clId="{AE23CADE-1E1E-4A42-BA53-D7F25A2D2BFC}" dt="2025-08-26T14:32:39.868" v="540" actId="47"/>
        <pc:sldMkLst>
          <pc:docMk/>
          <pc:sldMk cId="2654144847" sldId="259"/>
        </pc:sldMkLst>
      </pc:sldChg>
      <pc:sldChg chg="addSp delSp modSp add del mod">
        <pc:chgData name="Castiello de Obeso, Santiago" userId="b4fc0b8e-1f0e-417a-8aad-015961d2398a" providerId="ADAL" clId="{AE23CADE-1E1E-4A42-BA53-D7F25A2D2BFC}" dt="2025-08-26T14:32:41.088" v="542" actId="47"/>
        <pc:sldMkLst>
          <pc:docMk/>
          <pc:sldMk cId="1224849072" sldId="260"/>
        </pc:sldMkLst>
        <pc:spChg chg="mod">
          <ac:chgData name="Castiello de Obeso, Santiago" userId="b4fc0b8e-1f0e-417a-8aad-015961d2398a" providerId="ADAL" clId="{AE23CADE-1E1E-4A42-BA53-D7F25A2D2BFC}" dt="2025-07-21T14:31:50.094" v="447" actId="1076"/>
          <ac:spMkLst>
            <pc:docMk/>
            <pc:sldMk cId="1224849072" sldId="260"/>
            <ac:spMk id="43" creationId="{538AE8B6-488B-BD32-09AA-5AD2BB188193}"/>
          </ac:spMkLst>
        </pc:spChg>
        <pc:spChg chg="mod">
          <ac:chgData name="Castiello de Obeso, Santiago" userId="b4fc0b8e-1f0e-417a-8aad-015961d2398a" providerId="ADAL" clId="{AE23CADE-1E1E-4A42-BA53-D7F25A2D2BFC}" dt="2025-07-21T14:31:38.002" v="446" actId="1076"/>
          <ac:spMkLst>
            <pc:docMk/>
            <pc:sldMk cId="1224849072" sldId="260"/>
            <ac:spMk id="44" creationId="{803C3CC7-A45D-E977-777A-E38D05787AEF}"/>
          </ac:spMkLst>
        </pc:spChg>
        <pc:spChg chg="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76" creationId="{9E55844A-3E4C-98CF-4705-6451F0AE74F6}"/>
          </ac:spMkLst>
        </pc:spChg>
        <pc:spChg chg="add 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77" creationId="{6B94948B-EE57-8C15-F5DA-D78000850B60}"/>
          </ac:spMkLst>
        </pc:spChg>
        <pc:spChg chg="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78" creationId="{BD1350A1-B17C-105A-AD56-623D97B49724}"/>
          </ac:spMkLst>
        </pc:spChg>
        <pc:spChg chg="add 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79" creationId="{A78486C1-0FD8-1E1A-ED92-F5CA34B8399D}"/>
          </ac:spMkLst>
        </pc:spChg>
        <pc:spChg chg="add 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85" creationId="{69CB4265-7258-0F27-6A94-0F4DD14CE0C4}"/>
          </ac:spMkLst>
        </pc:spChg>
        <pc:spChg chg="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86" creationId="{51A3E293-2568-ED6E-FE39-61C400354232}"/>
          </ac:spMkLst>
        </pc:spChg>
        <pc:spChg chg="mod">
          <ac:chgData name="Castiello de Obeso, Santiago" userId="b4fc0b8e-1f0e-417a-8aad-015961d2398a" providerId="ADAL" clId="{AE23CADE-1E1E-4A42-BA53-D7F25A2D2BFC}" dt="2025-07-21T14:25:20.635" v="226"/>
          <ac:spMkLst>
            <pc:docMk/>
            <pc:sldMk cId="1224849072" sldId="260"/>
            <ac:spMk id="92" creationId="{BED71052-B67F-BFC5-ED9E-5DF33A9D3C65}"/>
          </ac:spMkLst>
        </pc:spChg>
        <pc:spChg chg="mod">
          <ac:chgData name="Castiello de Obeso, Santiago" userId="b4fc0b8e-1f0e-417a-8aad-015961d2398a" providerId="ADAL" clId="{AE23CADE-1E1E-4A42-BA53-D7F25A2D2BFC}" dt="2025-07-21T14:25:20.635" v="226"/>
          <ac:spMkLst>
            <pc:docMk/>
            <pc:sldMk cId="1224849072" sldId="260"/>
            <ac:spMk id="93" creationId="{B1821D25-1C37-5CA4-1AF3-E772D78327E5}"/>
          </ac:spMkLst>
        </pc:spChg>
        <pc:spChg chg="add mod">
          <ac:chgData name="Castiello de Obeso, Santiago" userId="b4fc0b8e-1f0e-417a-8aad-015961d2398a" providerId="ADAL" clId="{AE23CADE-1E1E-4A42-BA53-D7F25A2D2BFC}" dt="2025-07-22T15:16:28.763" v="512" actId="1076"/>
          <ac:spMkLst>
            <pc:docMk/>
            <pc:sldMk cId="1224849072" sldId="260"/>
            <ac:spMk id="170" creationId="{5626262A-BC22-69F0-F2EB-6D96EBAFE54A}"/>
          </ac:spMkLst>
        </pc:spChg>
        <pc:spChg chg="add mod">
          <ac:chgData name="Castiello de Obeso, Santiago" userId="b4fc0b8e-1f0e-417a-8aad-015961d2398a" providerId="ADAL" clId="{AE23CADE-1E1E-4A42-BA53-D7F25A2D2BFC}" dt="2025-07-22T15:16:28.763" v="512" actId="1076"/>
          <ac:spMkLst>
            <pc:docMk/>
            <pc:sldMk cId="1224849072" sldId="260"/>
            <ac:spMk id="171" creationId="{19AD26FF-937A-FCC0-9DEA-C6A2C419C7E2}"/>
          </ac:spMkLst>
        </pc:spChg>
        <pc:spChg chg="add mod">
          <ac:chgData name="Castiello de Obeso, Santiago" userId="b4fc0b8e-1f0e-417a-8aad-015961d2398a" providerId="ADAL" clId="{AE23CADE-1E1E-4A42-BA53-D7F25A2D2BFC}" dt="2025-07-22T15:16:28.763" v="512" actId="1076"/>
          <ac:spMkLst>
            <pc:docMk/>
            <pc:sldMk cId="1224849072" sldId="260"/>
            <ac:spMk id="172" creationId="{AB045455-325C-9B3E-AEBD-B5BBC1517101}"/>
          </ac:spMkLst>
        </pc:spChg>
        <pc:spChg chg="add mod">
          <ac:chgData name="Castiello de Obeso, Santiago" userId="b4fc0b8e-1f0e-417a-8aad-015961d2398a" providerId="ADAL" clId="{AE23CADE-1E1E-4A42-BA53-D7F25A2D2BFC}" dt="2025-07-22T15:16:28.763" v="512" actId="1076"/>
          <ac:spMkLst>
            <pc:docMk/>
            <pc:sldMk cId="1224849072" sldId="260"/>
            <ac:spMk id="173" creationId="{1D859D15-DA5E-85C1-EC4A-42FB98912E6D}"/>
          </ac:spMkLst>
        </pc:spChg>
        <pc:spChg chg="add mod">
          <ac:chgData name="Castiello de Obeso, Santiago" userId="b4fc0b8e-1f0e-417a-8aad-015961d2398a" providerId="ADAL" clId="{AE23CADE-1E1E-4A42-BA53-D7F25A2D2BFC}" dt="2025-07-22T15:16:28.763" v="512" actId="1076"/>
          <ac:spMkLst>
            <pc:docMk/>
            <pc:sldMk cId="1224849072" sldId="260"/>
            <ac:spMk id="174" creationId="{FF88FBEE-8940-9B75-5D6A-87CB2ED63345}"/>
          </ac:spMkLst>
        </pc:spChg>
        <pc:spChg chg="add mod">
          <ac:chgData name="Castiello de Obeso, Santiago" userId="b4fc0b8e-1f0e-417a-8aad-015961d2398a" providerId="ADAL" clId="{AE23CADE-1E1E-4A42-BA53-D7F25A2D2BFC}" dt="2025-07-22T15:16:28.763" v="512" actId="1076"/>
          <ac:spMkLst>
            <pc:docMk/>
            <pc:sldMk cId="1224849072" sldId="260"/>
            <ac:spMk id="175" creationId="{ACCB3A5A-5F06-AF37-6CB9-E10B7FD17ED9}"/>
          </ac:spMkLst>
        </pc:spChg>
        <pc:spChg chg="mod">
          <ac:chgData name="Castiello de Obeso, Santiago" userId="b4fc0b8e-1f0e-417a-8aad-015961d2398a" providerId="ADAL" clId="{AE23CADE-1E1E-4A42-BA53-D7F25A2D2BFC}" dt="2025-07-21T14:28:02.478" v="366"/>
          <ac:spMkLst>
            <pc:docMk/>
            <pc:sldMk cId="1224849072" sldId="260"/>
            <ac:spMk id="179" creationId="{88B34CB9-9A7C-DD4C-4E7A-6E053D2EE4D7}"/>
          </ac:spMkLst>
        </pc:spChg>
        <pc:spChg chg="mod">
          <ac:chgData name="Castiello de Obeso, Santiago" userId="b4fc0b8e-1f0e-417a-8aad-015961d2398a" providerId="ADAL" clId="{AE23CADE-1E1E-4A42-BA53-D7F25A2D2BFC}" dt="2025-07-21T14:28:02.478" v="366"/>
          <ac:spMkLst>
            <pc:docMk/>
            <pc:sldMk cId="1224849072" sldId="260"/>
            <ac:spMk id="180" creationId="{3A52034E-E05F-9E51-2A7E-A1CDB9224399}"/>
          </ac:spMkLst>
        </pc:spChg>
        <pc:spChg chg="add mod">
          <ac:chgData name="Castiello de Obeso, Santiago" userId="b4fc0b8e-1f0e-417a-8aad-015961d2398a" providerId="ADAL" clId="{AE23CADE-1E1E-4A42-BA53-D7F25A2D2BFC}" dt="2025-08-06T13:42:03.716" v="528" actId="20577"/>
          <ac:spMkLst>
            <pc:docMk/>
            <pc:sldMk cId="1224849072" sldId="260"/>
            <ac:spMk id="186" creationId="{BEF032A2-6003-68ED-F49F-0B6F845C118C}"/>
          </ac:spMkLst>
        </pc:spChg>
        <pc:spChg chg="add mod">
          <ac:chgData name="Castiello de Obeso, Santiago" userId="b4fc0b8e-1f0e-417a-8aad-015961d2398a" providerId="ADAL" clId="{AE23CADE-1E1E-4A42-BA53-D7F25A2D2BFC}" dt="2025-08-06T13:42:07.596" v="536" actId="20577"/>
          <ac:spMkLst>
            <pc:docMk/>
            <pc:sldMk cId="1224849072" sldId="260"/>
            <ac:spMk id="187" creationId="{1955CB17-AEAD-B2D9-625B-A952206ECD1F}"/>
          </ac:spMkLst>
        </pc:spChg>
        <pc:spChg chg="add mod">
          <ac:chgData name="Castiello de Obeso, Santiago" userId="b4fc0b8e-1f0e-417a-8aad-015961d2398a" providerId="ADAL" clId="{AE23CADE-1E1E-4A42-BA53-D7F25A2D2BFC}" dt="2025-07-22T15:16:08.188" v="510" actId="1038"/>
          <ac:spMkLst>
            <pc:docMk/>
            <pc:sldMk cId="1224849072" sldId="260"/>
            <ac:spMk id="188" creationId="{612E66B1-B7C8-48DF-8B33-23BE70D18688}"/>
          </ac:spMkLst>
        </pc:spChg>
        <pc:spChg chg="add mod">
          <ac:chgData name="Castiello de Obeso, Santiago" userId="b4fc0b8e-1f0e-417a-8aad-015961d2398a" providerId="ADAL" clId="{AE23CADE-1E1E-4A42-BA53-D7F25A2D2BFC}" dt="2025-07-22T15:16:08.188" v="510" actId="1038"/>
          <ac:spMkLst>
            <pc:docMk/>
            <pc:sldMk cId="1224849072" sldId="260"/>
            <ac:spMk id="189" creationId="{ECB424C5-25C7-A1C6-C701-C36341FECAC6}"/>
          </ac:spMkLst>
        </pc:spChg>
        <pc:spChg chg="add mod">
          <ac:chgData name="Castiello de Obeso, Santiago" userId="b4fc0b8e-1f0e-417a-8aad-015961d2398a" providerId="ADAL" clId="{AE23CADE-1E1E-4A42-BA53-D7F25A2D2BFC}" dt="2025-08-06T13:42:05.591" v="529"/>
          <ac:spMkLst>
            <pc:docMk/>
            <pc:sldMk cId="1224849072" sldId="260"/>
            <ac:spMk id="190" creationId="{E431D458-EF90-90C3-A29B-C7A739C1FC6D}"/>
          </ac:spMkLst>
        </pc:spChg>
        <pc:spChg chg="add mod">
          <ac:chgData name="Castiello de Obeso, Santiago" userId="b4fc0b8e-1f0e-417a-8aad-015961d2398a" providerId="ADAL" clId="{AE23CADE-1E1E-4A42-BA53-D7F25A2D2BFC}" dt="2025-08-06T13:42:10.485" v="537"/>
          <ac:spMkLst>
            <pc:docMk/>
            <pc:sldMk cId="1224849072" sldId="260"/>
            <ac:spMk id="191" creationId="{3FC2D38A-F51B-7E69-BA3C-15EA9D256BA7}"/>
          </ac:spMkLst>
        </pc:spChg>
        <pc:spChg chg="mod">
          <ac:chgData name="Castiello de Obeso, Santiago" userId="b4fc0b8e-1f0e-417a-8aad-015961d2398a" providerId="ADAL" clId="{AE23CADE-1E1E-4A42-BA53-D7F25A2D2BFC}" dt="2025-07-21T14:28:07.508" v="368"/>
          <ac:spMkLst>
            <pc:docMk/>
            <pc:sldMk cId="1224849072" sldId="260"/>
            <ac:spMk id="195" creationId="{D68EDF0C-DB8E-EEDA-E2A9-5D41965ABC11}"/>
          </ac:spMkLst>
        </pc:spChg>
        <pc:spChg chg="mod">
          <ac:chgData name="Castiello de Obeso, Santiago" userId="b4fc0b8e-1f0e-417a-8aad-015961d2398a" providerId="ADAL" clId="{AE23CADE-1E1E-4A42-BA53-D7F25A2D2BFC}" dt="2025-07-21T14:28:07.508" v="368"/>
          <ac:spMkLst>
            <pc:docMk/>
            <pc:sldMk cId="1224849072" sldId="260"/>
            <ac:spMk id="196" creationId="{202B1698-5536-F3FC-CBF8-D534135D2A19}"/>
          </ac:spMkLst>
        </pc:spChg>
        <pc:spChg chg="add mod">
          <ac:chgData name="Castiello de Obeso, Santiago" userId="b4fc0b8e-1f0e-417a-8aad-015961d2398a" providerId="ADAL" clId="{AE23CADE-1E1E-4A42-BA53-D7F25A2D2BFC}" dt="2025-07-21T14:31:58.973" v="448" actId="1076"/>
          <ac:spMkLst>
            <pc:docMk/>
            <pc:sldMk cId="1224849072" sldId="260"/>
            <ac:spMk id="205" creationId="{92340E75-BE2B-FB18-A979-C26D1495A47E}"/>
          </ac:spMkLst>
        </pc:spChg>
        <pc:spChg chg="add mod">
          <ac:chgData name="Castiello de Obeso, Santiago" userId="b4fc0b8e-1f0e-417a-8aad-015961d2398a" providerId="ADAL" clId="{AE23CADE-1E1E-4A42-BA53-D7F25A2D2BFC}" dt="2025-07-22T15:16:15.395" v="511" actId="1076"/>
          <ac:spMkLst>
            <pc:docMk/>
            <pc:sldMk cId="1224849072" sldId="260"/>
            <ac:spMk id="207" creationId="{3CEDA06F-FE5B-38CA-3506-B643DBF0F81C}"/>
          </ac:spMkLst>
        </pc:spChg>
        <pc:spChg chg="add mod">
          <ac:chgData name="Castiello de Obeso, Santiago" userId="b4fc0b8e-1f0e-417a-8aad-015961d2398a" providerId="ADAL" clId="{AE23CADE-1E1E-4A42-BA53-D7F25A2D2BFC}" dt="2025-07-29T14:54:13.137" v="520" actId="6549"/>
          <ac:spMkLst>
            <pc:docMk/>
            <pc:sldMk cId="1224849072" sldId="260"/>
            <ac:spMk id="212" creationId="{63B8C8F8-43F6-8994-3D69-B8FE3A4D1049}"/>
          </ac:spMkLst>
        </pc:spChg>
        <pc:spChg chg="add mod">
          <ac:chgData name="Castiello de Obeso, Santiago" userId="b4fc0b8e-1f0e-417a-8aad-015961d2398a" providerId="ADAL" clId="{AE23CADE-1E1E-4A42-BA53-D7F25A2D2BFC}" dt="2025-07-22T15:16:08.188" v="510" actId="1038"/>
          <ac:spMkLst>
            <pc:docMk/>
            <pc:sldMk cId="1224849072" sldId="260"/>
            <ac:spMk id="214" creationId="{54AF0165-F1BE-00D7-37C2-FA20BA0020E5}"/>
          </ac:spMkLst>
        </pc:spChg>
        <pc:grpChg chg="mod">
          <ac:chgData name="Castiello de Obeso, Santiago" userId="b4fc0b8e-1f0e-417a-8aad-015961d2398a" providerId="ADAL" clId="{AE23CADE-1E1E-4A42-BA53-D7F25A2D2BFC}" dt="2025-07-22T15:16:15.395" v="511" actId="1076"/>
          <ac:grpSpMkLst>
            <pc:docMk/>
            <pc:sldMk cId="1224849072" sldId="260"/>
            <ac:grpSpMk id="91" creationId="{D3F83303-FD52-7983-44E1-EC7C54DD8BFB}"/>
          </ac:grpSpMkLst>
        </pc:grpChg>
        <pc:grpChg chg="add mod">
          <ac:chgData name="Castiello de Obeso, Santiago" userId="b4fc0b8e-1f0e-417a-8aad-015961d2398a" providerId="ADAL" clId="{AE23CADE-1E1E-4A42-BA53-D7F25A2D2BFC}" dt="2025-07-22T15:16:28.763" v="512" actId="1076"/>
          <ac:grpSpMkLst>
            <pc:docMk/>
            <pc:sldMk cId="1224849072" sldId="260"/>
            <ac:grpSpMk id="178" creationId="{AC3B1C14-B3BE-F405-494E-6D28A2A6C9D6}"/>
          </ac:grpSpMkLst>
        </pc:grpChg>
        <pc:grpChg chg="add mod">
          <ac:chgData name="Castiello de Obeso, Santiago" userId="b4fc0b8e-1f0e-417a-8aad-015961d2398a" providerId="ADAL" clId="{AE23CADE-1E1E-4A42-BA53-D7F25A2D2BFC}" dt="2025-07-22T15:16:08.188" v="510" actId="1038"/>
          <ac:grpSpMkLst>
            <pc:docMk/>
            <pc:sldMk cId="1224849072" sldId="260"/>
            <ac:grpSpMk id="194" creationId="{D7DCB42A-CA4A-ABA7-960F-3A384C580014}"/>
          </ac:grpSpMkLst>
        </pc:grpChg>
        <pc:cxnChg chg="mod">
          <ac:chgData name="Castiello de Obeso, Santiago" userId="b4fc0b8e-1f0e-417a-8aad-015961d2398a" providerId="ADAL" clId="{AE23CADE-1E1E-4A42-BA53-D7F25A2D2BFC}" dt="2025-07-22T15:16:15.395" v="511" actId="1076"/>
          <ac:cxnSpMkLst>
            <pc:docMk/>
            <pc:sldMk cId="1224849072" sldId="260"/>
            <ac:cxnSpMk id="89" creationId="{8B4ACC4E-D9F7-49F5-F7E7-9DE3BB1AAEB8}"/>
          </ac:cxnSpMkLst>
        </pc:cxnChg>
        <pc:cxnChg chg="mod">
          <ac:chgData name="Castiello de Obeso, Santiago" userId="b4fc0b8e-1f0e-417a-8aad-015961d2398a" providerId="ADAL" clId="{AE23CADE-1E1E-4A42-BA53-D7F25A2D2BFC}" dt="2025-07-21T14:27:44.462" v="361" actId="1076"/>
          <ac:cxnSpMkLst>
            <pc:docMk/>
            <pc:sldMk cId="1224849072" sldId="260"/>
            <ac:cxnSpMk id="90" creationId="{14583604-B211-B042-999D-4A59EC472123}"/>
          </ac:cxnSpMkLst>
        </pc:cxnChg>
        <pc:cxnChg chg="mod">
          <ac:chgData name="Castiello de Obeso, Santiago" userId="b4fc0b8e-1f0e-417a-8aad-015961d2398a" providerId="ADAL" clId="{AE23CADE-1E1E-4A42-BA53-D7F25A2D2BFC}" dt="2025-07-22T15:16:15.395" v="511" actId="1076"/>
          <ac:cxnSpMkLst>
            <pc:docMk/>
            <pc:sldMk cId="1224849072" sldId="260"/>
            <ac:cxnSpMk id="107" creationId="{F34700B3-B28E-1CCD-514F-FD1E559F9C97}"/>
          </ac:cxnSpMkLst>
        </pc:cxnChg>
        <pc:cxnChg chg="mod">
          <ac:chgData name="Castiello de Obeso, Santiago" userId="b4fc0b8e-1f0e-417a-8aad-015961d2398a" providerId="ADAL" clId="{AE23CADE-1E1E-4A42-BA53-D7F25A2D2BFC}" dt="2025-07-21T14:26:41.312" v="245" actId="1076"/>
          <ac:cxnSpMkLst>
            <pc:docMk/>
            <pc:sldMk cId="1224849072" sldId="260"/>
            <ac:cxnSpMk id="110" creationId="{9E118143-C25C-5A44-C917-AC8138E5C343}"/>
          </ac:cxnSpMkLst>
        </pc:cxnChg>
        <pc:cxnChg chg="mod">
          <ac:chgData name="Castiello de Obeso, Santiago" userId="b4fc0b8e-1f0e-417a-8aad-015961d2398a" providerId="ADAL" clId="{AE23CADE-1E1E-4A42-BA53-D7F25A2D2BFC}" dt="2025-07-21T14:26:41.312" v="245" actId="1076"/>
          <ac:cxnSpMkLst>
            <pc:docMk/>
            <pc:sldMk cId="1224849072" sldId="260"/>
            <ac:cxnSpMk id="111" creationId="{4987CAFD-EFC8-317D-FA10-B07FE9FB3216}"/>
          </ac:cxnSpMkLst>
        </pc:cxnChg>
        <pc:cxnChg chg="mod">
          <ac:chgData name="Castiello de Obeso, Santiago" userId="b4fc0b8e-1f0e-417a-8aad-015961d2398a" providerId="ADAL" clId="{AE23CADE-1E1E-4A42-BA53-D7F25A2D2BFC}" dt="2025-07-21T14:26:50.713" v="246" actId="1076"/>
          <ac:cxnSpMkLst>
            <pc:docMk/>
            <pc:sldMk cId="1224849072" sldId="260"/>
            <ac:cxnSpMk id="115" creationId="{3C38AEC5-BE1A-005F-9C80-A5F72F2E77F6}"/>
          </ac:cxnSpMkLst>
        </pc:cxnChg>
        <pc:cxnChg chg="add mod">
          <ac:chgData name="Castiello de Obeso, Santiago" userId="b4fc0b8e-1f0e-417a-8aad-015961d2398a" providerId="ADAL" clId="{AE23CADE-1E1E-4A42-BA53-D7F25A2D2BFC}" dt="2025-07-22T15:16:28.763" v="512" actId="1076"/>
          <ac:cxnSpMkLst>
            <pc:docMk/>
            <pc:sldMk cId="1224849072" sldId="260"/>
            <ac:cxnSpMk id="182" creationId="{10785D4B-72D1-0A7F-C7B3-451329179E4B}"/>
          </ac:cxnSpMkLst>
        </pc:cxnChg>
        <pc:cxnChg chg="mod">
          <ac:chgData name="Castiello de Obeso, Santiago" userId="b4fc0b8e-1f0e-417a-8aad-015961d2398a" providerId="ADAL" clId="{AE23CADE-1E1E-4A42-BA53-D7F25A2D2BFC}" dt="2025-07-21T14:30:50.112" v="401" actId="1076"/>
          <ac:cxnSpMkLst>
            <pc:docMk/>
            <pc:sldMk cId="1224849072" sldId="260"/>
            <ac:cxnSpMk id="184" creationId="{7215CE42-6A79-FB39-D04A-593D57F2897D}"/>
          </ac:cxnSpMkLst>
        </pc:cxnChg>
        <pc:cxnChg chg="mod">
          <ac:chgData name="Castiello de Obeso, Santiago" userId="b4fc0b8e-1f0e-417a-8aad-015961d2398a" providerId="ADAL" clId="{AE23CADE-1E1E-4A42-BA53-D7F25A2D2BFC}" dt="2025-07-21T14:30:50.112" v="401" actId="1076"/>
          <ac:cxnSpMkLst>
            <pc:docMk/>
            <pc:sldMk cId="1224849072" sldId="260"/>
            <ac:cxnSpMk id="185" creationId="{DDF8D9B2-AA93-E235-9A23-73208B57C11F}"/>
          </ac:cxnSpMkLst>
        </pc:cxnChg>
        <pc:cxnChg chg="add mod">
          <ac:chgData name="Castiello de Obeso, Santiago" userId="b4fc0b8e-1f0e-417a-8aad-015961d2398a" providerId="ADAL" clId="{AE23CADE-1E1E-4A42-BA53-D7F25A2D2BFC}" dt="2025-07-22T15:16:08.188" v="510" actId="1038"/>
          <ac:cxnSpMkLst>
            <pc:docMk/>
            <pc:sldMk cId="1224849072" sldId="260"/>
            <ac:cxnSpMk id="197" creationId="{9AD5B131-CD96-EECC-C99E-065F555083DD}"/>
          </ac:cxnSpMkLst>
        </pc:cxnChg>
        <pc:cxnChg chg="mod">
          <ac:chgData name="Castiello de Obeso, Santiago" userId="b4fc0b8e-1f0e-417a-8aad-015961d2398a" providerId="ADAL" clId="{AE23CADE-1E1E-4A42-BA53-D7F25A2D2BFC}" dt="2025-07-22T15:16:08.188" v="510" actId="1038"/>
          <ac:cxnSpMkLst>
            <pc:docMk/>
            <pc:sldMk cId="1224849072" sldId="260"/>
            <ac:cxnSpMk id="198" creationId="{29B82110-1D56-9BDC-3B41-502B184857A8}"/>
          </ac:cxnSpMkLst>
        </pc:cxnChg>
        <pc:cxnChg chg="mod">
          <ac:chgData name="Castiello de Obeso, Santiago" userId="b4fc0b8e-1f0e-417a-8aad-015961d2398a" providerId="ADAL" clId="{AE23CADE-1E1E-4A42-BA53-D7F25A2D2BFC}" dt="2025-07-21T14:30:38.427" v="400" actId="1076"/>
          <ac:cxnSpMkLst>
            <pc:docMk/>
            <pc:sldMk cId="1224849072" sldId="260"/>
            <ac:cxnSpMk id="200" creationId="{269D2220-00C6-DD8B-88C2-E381971C561C}"/>
          </ac:cxnSpMkLst>
        </pc:cxnChg>
        <pc:cxnChg chg="mod">
          <ac:chgData name="Castiello de Obeso, Santiago" userId="b4fc0b8e-1f0e-417a-8aad-015961d2398a" providerId="ADAL" clId="{AE23CADE-1E1E-4A42-BA53-D7F25A2D2BFC}" dt="2025-07-21T14:30:28.180" v="399" actId="14100"/>
          <ac:cxnSpMkLst>
            <pc:docMk/>
            <pc:sldMk cId="1224849072" sldId="260"/>
            <ac:cxnSpMk id="201" creationId="{55940225-A1E1-93BF-EBB3-60E6551FF88D}"/>
          </ac:cxnSpMkLst>
        </pc:cxnChg>
        <pc:cxnChg chg="add mod">
          <ac:chgData name="Castiello de Obeso, Santiago" userId="b4fc0b8e-1f0e-417a-8aad-015961d2398a" providerId="ADAL" clId="{AE23CADE-1E1E-4A42-BA53-D7F25A2D2BFC}" dt="2025-07-22T15:14:42.600" v="469" actId="14100"/>
          <ac:cxnSpMkLst>
            <pc:docMk/>
            <pc:sldMk cId="1224849072" sldId="260"/>
            <ac:cxnSpMk id="209" creationId="{4F312682-C17B-5A63-7261-B2A8E0BFF3F1}"/>
          </ac:cxnSpMkLst>
        </pc:cxnChg>
        <pc:cxnChg chg="add mod">
          <ac:chgData name="Castiello de Obeso, Santiago" userId="b4fc0b8e-1f0e-417a-8aad-015961d2398a" providerId="ADAL" clId="{AE23CADE-1E1E-4A42-BA53-D7F25A2D2BFC}" dt="2025-07-22T15:16:28.763" v="512" actId="1076"/>
          <ac:cxnSpMkLst>
            <pc:docMk/>
            <pc:sldMk cId="1224849072" sldId="260"/>
            <ac:cxnSpMk id="213" creationId="{CA08CEB9-6D10-26DC-7F31-8EDE32DAD0C8}"/>
          </ac:cxnSpMkLst>
        </pc:cxnChg>
        <pc:cxnChg chg="add mod">
          <ac:chgData name="Castiello de Obeso, Santiago" userId="b4fc0b8e-1f0e-417a-8aad-015961d2398a" providerId="ADAL" clId="{AE23CADE-1E1E-4A42-BA53-D7F25A2D2BFC}" dt="2025-07-22T15:15:30.051" v="483" actId="1076"/>
          <ac:cxnSpMkLst>
            <pc:docMk/>
            <pc:sldMk cId="1224849072" sldId="260"/>
            <ac:cxnSpMk id="215" creationId="{FD963D25-2AD3-58DB-2067-D0685192DD5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F6F7-40D5-243B-7CE3-D75E1BCF35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8FE4CD-39FE-0140-E247-5623587AA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D7AF9-8218-C6EE-67A3-9708D8890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AD459-504F-68FF-D2AE-4033BD1C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82644-96B4-B794-D997-FFFD6543F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88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8B356-EA28-3AD3-012C-F6236B762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A813-BF05-2F12-252A-31B0DD5B8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AE9B7-D6EB-B661-3065-9D7ECC14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17251-7E37-8AD2-82F6-3F73A75D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19682-8F9D-9CBD-DBB0-426888BF6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109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4F148-AC0E-707B-9554-C03B8C7E8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2DB03-5BFB-888D-D08E-3C9FFC1EDF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F6284-0670-03AA-5C11-45EBED5F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7EB28-E870-0AF2-63BF-02019C66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7A611-44BD-8725-2BB0-EDBD296D0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72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FD90-DE1C-F2CB-CCC8-EABA9229D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F244-D1A8-6AD7-A42B-49B2A4E6E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762782-EC06-7292-98B1-D828C525B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ADE5E-57BD-6A98-CF69-08F5765B6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41819-6551-C63C-6C24-32CA28B2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10662-7981-F06A-C5A1-268A5CED4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632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BAA7-86A5-9BA7-C214-6115C3CEC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DE198-476E-1F44-62E8-EA384C4D7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2FD35-3A09-8FBF-9909-2433808E3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E6AC17-9930-E180-B52C-1C5F63EA4E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28ACA-C649-E029-F9E1-9D1BE47BBA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A9A82-5272-336D-989C-0FD46AE2A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C7ACB-DD2F-0F6A-03CD-81E27E6C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F6EFC-424D-6438-2909-34D48FF91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91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329FA-C694-13AB-B409-9D9513626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4B49A8-7201-BCF0-6B7D-D4C5159D2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F194F3-F1F4-9AE5-85A3-B80DF8924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FA79C7-7970-4961-0022-E168B2CC5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5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B21A3-F638-28AD-1DB2-00EF4FE0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95EB1-31E0-D3E0-F62D-A816A00C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03964-09EB-39A8-1CDE-753BEC4A4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256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F6698-C1FD-E148-BF7B-7C8D79CB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FA54A-FE2C-FA9D-B0B2-21A515ECE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17739-5636-0F31-4661-672DD35DC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ED2ED-7FAE-80FB-2CCD-A372D007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B7ED30-3828-B5D1-13A8-D1E79F47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2D6A8-970E-30C9-8100-F720210E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842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E6278-8349-744D-2849-4396BE5A8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D33916-4AAC-C954-2967-86231944B1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15871-E671-43EF-5366-3D719AB65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5A8F7-4067-9B5D-7668-FAC30110E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CD685-9827-3F71-85CA-5775E99FD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15CAE-7E7B-B75C-AB57-47BC9B4D1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434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6271-B206-EAF3-0B24-79C73ECF7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72D854-0A69-0ACD-C7A9-5E6490FED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AC30D-D599-15C6-F31C-0E7B24420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38955-8C29-2A7E-3EA7-38303A221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FD60A-7BAB-4802-8C40-C73B110A8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2944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70DC7-60A7-83D8-4536-CD52ABC9EA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1F0C0-7FD1-A1A5-011A-17A359CB1E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6C718-C38F-05A8-B999-D8893CA5D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49A0F-9881-FE8C-2CAB-197849D6F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E3829-186B-14E2-1177-8608E17B3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39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DE529-A957-7495-CE00-FD84621AE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D9C67-924D-4943-2819-BC6468238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2541A-04C0-5FDC-CDD3-9B73F64517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A125D-6C16-440D-B65A-850231F6884E}" type="datetimeFigureOut">
              <a:rPr lang="en-GB" smtClean="0"/>
              <a:t>26/08/2025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7D09F-8A7C-F75A-66D8-14E98D6DC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61BB6-1FAD-57EA-59DD-BB5BFCE40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5E4EE-F756-4394-A118-AAEA30DA8E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9385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F937C-9507-834B-9FA4-353625F9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38AE8B6-488B-BD32-09AA-5AD2BB188193}"/>
              </a:ext>
            </a:extLst>
          </p:cNvPr>
          <p:cNvSpPr txBox="1"/>
          <p:nvPr/>
        </p:nvSpPr>
        <p:spPr>
          <a:xfrm>
            <a:off x="4286873" y="35615"/>
            <a:ext cx="3137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B	</a:t>
            </a:r>
            <a:r>
              <a:rPr lang="en-GB" sz="2800" dirty="0"/>
              <a:t>Experiment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3C3CC7-A45D-E977-777A-E38D05787AEF}"/>
              </a:ext>
            </a:extLst>
          </p:cNvPr>
          <p:cNvSpPr txBox="1"/>
          <p:nvPr/>
        </p:nvSpPr>
        <p:spPr>
          <a:xfrm>
            <a:off x="299013" y="26769"/>
            <a:ext cx="3137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A	</a:t>
            </a:r>
            <a:r>
              <a:rPr lang="en-GB" sz="2800" dirty="0"/>
              <a:t>Experiment 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E55844A-3E4C-98CF-4705-6451F0AE74F6}"/>
              </a:ext>
            </a:extLst>
          </p:cNvPr>
          <p:cNvSpPr/>
          <p:nvPr/>
        </p:nvSpPr>
        <p:spPr>
          <a:xfrm>
            <a:off x="271230" y="1893970"/>
            <a:ext cx="1440000" cy="648000"/>
          </a:xfrm>
          <a:prstGeom prst="rect">
            <a:avLst/>
          </a:prstGeom>
          <a:solidFill>
            <a:srgbClr val="0072B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72B2"/>
                </a:solidFill>
              </a:rPr>
              <a:t>Anxious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94948B-EE57-8C15-F5DA-D78000850B60}"/>
              </a:ext>
            </a:extLst>
          </p:cNvPr>
          <p:cNvSpPr/>
          <p:nvPr/>
        </p:nvSpPr>
        <p:spPr>
          <a:xfrm>
            <a:off x="2251230" y="1893970"/>
            <a:ext cx="1440000" cy="648000"/>
          </a:xfrm>
          <a:prstGeom prst="rect">
            <a:avLst/>
          </a:prstGeom>
          <a:solidFill>
            <a:srgbClr val="D55E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D55E00"/>
                </a:solidFill>
              </a:rPr>
              <a:t>Non-Anxious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D1350A1-B17C-105A-AD56-623D97B49724}"/>
              </a:ext>
            </a:extLst>
          </p:cNvPr>
          <p:cNvSpPr/>
          <p:nvPr/>
        </p:nvSpPr>
        <p:spPr>
          <a:xfrm>
            <a:off x="1045421" y="3934642"/>
            <a:ext cx="1800000" cy="6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Post-Chat Questionnaire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78486C1-0FD8-1E1A-ED92-F5CA34B8399D}"/>
              </a:ext>
            </a:extLst>
          </p:cNvPr>
          <p:cNvSpPr/>
          <p:nvPr/>
        </p:nvSpPr>
        <p:spPr>
          <a:xfrm>
            <a:off x="1045421" y="4954978"/>
            <a:ext cx="1800000" cy="6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Psychological Questionnaires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9CB4265-7258-0F27-6A94-0F4DD14CE0C4}"/>
              </a:ext>
            </a:extLst>
          </p:cNvPr>
          <p:cNvSpPr/>
          <p:nvPr/>
        </p:nvSpPr>
        <p:spPr>
          <a:xfrm>
            <a:off x="2251230" y="2914306"/>
            <a:ext cx="1440000" cy="648000"/>
          </a:xfrm>
          <a:prstGeom prst="rect">
            <a:avLst/>
          </a:prstGeom>
          <a:solidFill>
            <a:srgbClr val="0072B2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72B2"/>
                </a:solidFill>
              </a:rPr>
              <a:t>Anxious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51A3E293-2568-ED6E-FE39-61C400354232}"/>
              </a:ext>
            </a:extLst>
          </p:cNvPr>
          <p:cNvSpPr/>
          <p:nvPr/>
        </p:nvSpPr>
        <p:spPr>
          <a:xfrm>
            <a:off x="271230" y="2914306"/>
            <a:ext cx="1440000" cy="648000"/>
          </a:xfrm>
          <a:prstGeom prst="rect">
            <a:avLst/>
          </a:prstGeom>
          <a:solidFill>
            <a:srgbClr val="D55E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D55E00"/>
                </a:solidFill>
              </a:rPr>
              <a:t>Non-Anxious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B4ACC4E-D9F7-49F5-F7E7-9DE3BB1AAEB8}"/>
              </a:ext>
            </a:extLst>
          </p:cNvPr>
          <p:cNvCxnSpPr>
            <a:cxnSpLocks/>
            <a:stCxn id="92" idx="2"/>
            <a:endCxn id="76" idx="0"/>
          </p:cNvCxnSpPr>
          <p:nvPr/>
        </p:nvCxnSpPr>
        <p:spPr>
          <a:xfrm flipH="1">
            <a:off x="991230" y="1597014"/>
            <a:ext cx="990000" cy="29695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4583604-B211-B042-999D-4A59EC472123}"/>
              </a:ext>
            </a:extLst>
          </p:cNvPr>
          <p:cNvCxnSpPr>
            <a:cxnSpLocks/>
            <a:stCxn id="92" idx="2"/>
            <a:endCxn id="77" idx="0"/>
          </p:cNvCxnSpPr>
          <p:nvPr/>
        </p:nvCxnSpPr>
        <p:spPr>
          <a:xfrm>
            <a:off x="1981230" y="1597014"/>
            <a:ext cx="990000" cy="29695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3F83303-FD52-7983-44E1-EC7C54DD8BFB}"/>
              </a:ext>
            </a:extLst>
          </p:cNvPr>
          <p:cNvGrpSpPr/>
          <p:nvPr/>
        </p:nvGrpSpPr>
        <p:grpSpPr>
          <a:xfrm>
            <a:off x="901230" y="877014"/>
            <a:ext cx="2160000" cy="720000"/>
            <a:chOff x="1193327" y="1367951"/>
            <a:chExt cx="2160000" cy="720000"/>
          </a:xfrm>
        </p:grpSpPr>
        <p:sp>
          <p:nvSpPr>
            <p:cNvPr id="92" name="Diamond 91">
              <a:extLst>
                <a:ext uri="{FF2B5EF4-FFF2-40B4-BE49-F238E27FC236}">
                  <a16:creationId xmlns:a16="http://schemas.microsoft.com/office/drawing/2014/main" id="{BED71052-B67F-BFC5-ED9E-5DF33A9D3C65}"/>
                </a:ext>
              </a:extLst>
            </p:cNvPr>
            <p:cNvSpPr/>
            <p:nvPr/>
          </p:nvSpPr>
          <p:spPr>
            <a:xfrm>
              <a:off x="1193327" y="1367951"/>
              <a:ext cx="2160000" cy="720000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1821D25-1C37-5CA4-1AF3-E772D78327E5}"/>
                </a:ext>
              </a:extLst>
            </p:cNvPr>
            <p:cNvSpPr txBox="1"/>
            <p:nvPr/>
          </p:nvSpPr>
          <p:spPr>
            <a:xfrm>
              <a:off x="1592679" y="1481090"/>
              <a:ext cx="1396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Randomization </a:t>
              </a:r>
            </a:p>
            <a:p>
              <a:pPr algn="ctr"/>
              <a:r>
                <a:rPr lang="en-GB" sz="1400" dirty="0"/>
                <a:t>(n=100)</a:t>
              </a:r>
              <a:r>
                <a:rPr lang="en-GB" sz="1800" dirty="0"/>
                <a:t> </a:t>
              </a:r>
            </a:p>
          </p:txBody>
        </p:sp>
      </p:grp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29C092B6-E628-B23A-E306-80978ECA2916}"/>
              </a:ext>
            </a:extLst>
          </p:cNvPr>
          <p:cNvCxnSpPr>
            <a:cxnSpLocks/>
            <a:stCxn id="77" idx="2"/>
            <a:endCxn id="85" idx="0"/>
          </p:cNvCxnSpPr>
          <p:nvPr/>
        </p:nvCxnSpPr>
        <p:spPr>
          <a:xfrm>
            <a:off x="2971230" y="2541970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F34700B3-B28E-1CCD-514F-FD1E559F9C97}"/>
              </a:ext>
            </a:extLst>
          </p:cNvPr>
          <p:cNvCxnSpPr>
            <a:cxnSpLocks/>
            <a:stCxn id="76" idx="2"/>
            <a:endCxn id="86" idx="0"/>
          </p:cNvCxnSpPr>
          <p:nvPr/>
        </p:nvCxnSpPr>
        <p:spPr>
          <a:xfrm>
            <a:off x="991230" y="2541970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9E118143-C25C-5A44-C917-AC8138E5C343}"/>
              </a:ext>
            </a:extLst>
          </p:cNvPr>
          <p:cNvCxnSpPr>
            <a:cxnSpLocks/>
            <a:stCxn id="86" idx="2"/>
            <a:endCxn id="78" idx="0"/>
          </p:cNvCxnSpPr>
          <p:nvPr/>
        </p:nvCxnSpPr>
        <p:spPr>
          <a:xfrm>
            <a:off x="991230" y="3562306"/>
            <a:ext cx="954191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4987CAFD-EFC8-317D-FA10-B07FE9FB3216}"/>
              </a:ext>
            </a:extLst>
          </p:cNvPr>
          <p:cNvCxnSpPr>
            <a:cxnSpLocks/>
            <a:stCxn id="85" idx="2"/>
            <a:endCxn id="78" idx="0"/>
          </p:cNvCxnSpPr>
          <p:nvPr/>
        </p:nvCxnSpPr>
        <p:spPr>
          <a:xfrm flipH="1">
            <a:off x="1945421" y="3562306"/>
            <a:ext cx="1025809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3C38AEC5-BE1A-005F-9C80-A5F72F2E77F6}"/>
              </a:ext>
            </a:extLst>
          </p:cNvPr>
          <p:cNvCxnSpPr>
            <a:cxnSpLocks/>
            <a:stCxn id="78" idx="2"/>
            <a:endCxn id="79" idx="0"/>
          </p:cNvCxnSpPr>
          <p:nvPr/>
        </p:nvCxnSpPr>
        <p:spPr>
          <a:xfrm>
            <a:off x="1945421" y="4582642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5626262A-BC22-69F0-F2EB-6D96EBAFE54A}"/>
              </a:ext>
            </a:extLst>
          </p:cNvPr>
          <p:cNvSpPr/>
          <p:nvPr/>
        </p:nvSpPr>
        <p:spPr>
          <a:xfrm>
            <a:off x="4414961" y="1893970"/>
            <a:ext cx="1440000" cy="648000"/>
          </a:xfrm>
          <a:prstGeom prst="rect">
            <a:avLst/>
          </a:prstGeom>
          <a:solidFill>
            <a:srgbClr val="009E73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9E73"/>
                </a:solidFill>
              </a:rPr>
              <a:t>Extrovert</a:t>
            </a:r>
            <a:endParaRPr lang="en-GB" sz="1400" dirty="0">
              <a:solidFill>
                <a:srgbClr val="0072B2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9AD26FF-937A-FCC0-9DEA-C6A2C419C7E2}"/>
              </a:ext>
            </a:extLst>
          </p:cNvPr>
          <p:cNvSpPr/>
          <p:nvPr/>
        </p:nvSpPr>
        <p:spPr>
          <a:xfrm>
            <a:off x="6394961" y="1893970"/>
            <a:ext cx="1440000" cy="648000"/>
          </a:xfrm>
          <a:prstGeom prst="rect">
            <a:avLst/>
          </a:prstGeom>
          <a:solidFill>
            <a:srgbClr val="CC79A7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CC79A7"/>
                </a:solidFill>
              </a:rPr>
              <a:t>Introvert</a:t>
            </a:r>
            <a:endParaRPr lang="en-GB" sz="1400" dirty="0">
              <a:solidFill>
                <a:srgbClr val="D55E00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AB045455-325C-9B3E-AEBD-B5BBC1517101}"/>
              </a:ext>
            </a:extLst>
          </p:cNvPr>
          <p:cNvSpPr/>
          <p:nvPr/>
        </p:nvSpPr>
        <p:spPr>
          <a:xfrm>
            <a:off x="5189152" y="3934642"/>
            <a:ext cx="1800000" cy="6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Post-Chat Questionnaire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1D859D15-DA5E-85C1-EC4A-42FB98912E6D}"/>
              </a:ext>
            </a:extLst>
          </p:cNvPr>
          <p:cNvSpPr/>
          <p:nvPr/>
        </p:nvSpPr>
        <p:spPr>
          <a:xfrm>
            <a:off x="5189152" y="4954978"/>
            <a:ext cx="1800000" cy="6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Psychological Questionnaires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FF88FBEE-8940-9B75-5D6A-87CB2ED63345}"/>
              </a:ext>
            </a:extLst>
          </p:cNvPr>
          <p:cNvSpPr/>
          <p:nvPr/>
        </p:nvSpPr>
        <p:spPr>
          <a:xfrm>
            <a:off x="6394961" y="2914306"/>
            <a:ext cx="1440000" cy="648000"/>
          </a:xfrm>
          <a:prstGeom prst="rect">
            <a:avLst/>
          </a:prstGeom>
          <a:solidFill>
            <a:srgbClr val="009E73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9E73"/>
                </a:solidFill>
              </a:rPr>
              <a:t>Extrovert</a:t>
            </a:r>
            <a:endParaRPr lang="en-GB" sz="1400" dirty="0">
              <a:solidFill>
                <a:srgbClr val="0072B2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ACCB3A5A-5F06-AF37-6CB9-E10B7FD17ED9}"/>
              </a:ext>
            </a:extLst>
          </p:cNvPr>
          <p:cNvSpPr/>
          <p:nvPr/>
        </p:nvSpPr>
        <p:spPr>
          <a:xfrm>
            <a:off x="4414961" y="2914306"/>
            <a:ext cx="1440000" cy="648000"/>
          </a:xfrm>
          <a:prstGeom prst="rect">
            <a:avLst/>
          </a:prstGeom>
          <a:solidFill>
            <a:srgbClr val="CC79A7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CC79A7"/>
                </a:solidFill>
              </a:rPr>
              <a:t>Introvert</a:t>
            </a:r>
            <a:endParaRPr lang="en-GB" sz="1400" dirty="0">
              <a:solidFill>
                <a:srgbClr val="D55E00"/>
              </a:solidFill>
            </a:endParaRP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4A12EFD8-A952-7A03-317E-E097E7C4E4F5}"/>
              </a:ext>
            </a:extLst>
          </p:cNvPr>
          <p:cNvCxnSpPr>
            <a:cxnSpLocks/>
            <a:stCxn id="179" idx="2"/>
            <a:endCxn id="170" idx="0"/>
          </p:cNvCxnSpPr>
          <p:nvPr/>
        </p:nvCxnSpPr>
        <p:spPr>
          <a:xfrm flipH="1">
            <a:off x="5134961" y="1597014"/>
            <a:ext cx="990000" cy="29695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>
            <a:extLst>
              <a:ext uri="{FF2B5EF4-FFF2-40B4-BE49-F238E27FC236}">
                <a16:creationId xmlns:a16="http://schemas.microsoft.com/office/drawing/2014/main" id="{4BABAD0A-CE3E-2494-CABF-E229C67F67EC}"/>
              </a:ext>
            </a:extLst>
          </p:cNvPr>
          <p:cNvCxnSpPr>
            <a:cxnSpLocks/>
            <a:stCxn id="179" idx="2"/>
            <a:endCxn id="171" idx="0"/>
          </p:cNvCxnSpPr>
          <p:nvPr/>
        </p:nvCxnSpPr>
        <p:spPr>
          <a:xfrm>
            <a:off x="6124961" y="1597014"/>
            <a:ext cx="990000" cy="29695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C3B1C14-B3BE-F405-494E-6D28A2A6C9D6}"/>
              </a:ext>
            </a:extLst>
          </p:cNvPr>
          <p:cNvGrpSpPr/>
          <p:nvPr/>
        </p:nvGrpSpPr>
        <p:grpSpPr>
          <a:xfrm>
            <a:off x="5044961" y="877014"/>
            <a:ext cx="2160000" cy="720000"/>
            <a:chOff x="1193327" y="1367951"/>
            <a:chExt cx="2160000" cy="720000"/>
          </a:xfrm>
        </p:grpSpPr>
        <p:sp>
          <p:nvSpPr>
            <p:cNvPr id="179" name="Diamond 178">
              <a:extLst>
                <a:ext uri="{FF2B5EF4-FFF2-40B4-BE49-F238E27FC236}">
                  <a16:creationId xmlns:a16="http://schemas.microsoft.com/office/drawing/2014/main" id="{88B34CB9-9A7C-DD4C-4E7A-6E053D2EE4D7}"/>
                </a:ext>
              </a:extLst>
            </p:cNvPr>
            <p:cNvSpPr/>
            <p:nvPr/>
          </p:nvSpPr>
          <p:spPr>
            <a:xfrm>
              <a:off x="1193327" y="1367951"/>
              <a:ext cx="2160000" cy="720000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3A52034E-E05F-9E51-2A7E-A1CDB9224399}"/>
                </a:ext>
              </a:extLst>
            </p:cNvPr>
            <p:cNvSpPr txBox="1"/>
            <p:nvPr/>
          </p:nvSpPr>
          <p:spPr>
            <a:xfrm>
              <a:off x="1592679" y="1481090"/>
              <a:ext cx="1396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Randomization </a:t>
              </a:r>
            </a:p>
            <a:p>
              <a:pPr algn="ctr"/>
              <a:r>
                <a:rPr lang="en-GB" sz="1400" dirty="0"/>
                <a:t>(n=100)</a:t>
              </a:r>
              <a:r>
                <a:rPr lang="en-GB" sz="1800" dirty="0"/>
                <a:t> </a:t>
              </a:r>
            </a:p>
          </p:txBody>
        </p:sp>
      </p:grpSp>
      <p:cxnSp>
        <p:nvCxnSpPr>
          <p:cNvPr id="181" name="Straight Arrow Connector 180">
            <a:extLst>
              <a:ext uri="{FF2B5EF4-FFF2-40B4-BE49-F238E27FC236}">
                <a16:creationId xmlns:a16="http://schemas.microsoft.com/office/drawing/2014/main" id="{81AA2ED0-FFD3-9600-F6B8-F7E843A690F6}"/>
              </a:ext>
            </a:extLst>
          </p:cNvPr>
          <p:cNvCxnSpPr>
            <a:cxnSpLocks/>
            <a:stCxn id="171" idx="2"/>
            <a:endCxn id="174" idx="0"/>
          </p:cNvCxnSpPr>
          <p:nvPr/>
        </p:nvCxnSpPr>
        <p:spPr>
          <a:xfrm>
            <a:off x="7114961" y="2541970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10785D4B-72D1-0A7F-C7B3-451329179E4B}"/>
              </a:ext>
            </a:extLst>
          </p:cNvPr>
          <p:cNvCxnSpPr>
            <a:cxnSpLocks/>
            <a:stCxn id="170" idx="2"/>
            <a:endCxn id="175" idx="0"/>
          </p:cNvCxnSpPr>
          <p:nvPr/>
        </p:nvCxnSpPr>
        <p:spPr>
          <a:xfrm>
            <a:off x="5134961" y="2541970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86B0FDE-D2CA-FD90-1236-8CDFF597737D}"/>
              </a:ext>
            </a:extLst>
          </p:cNvPr>
          <p:cNvCxnSpPr>
            <a:cxnSpLocks/>
            <a:stCxn id="175" idx="2"/>
            <a:endCxn id="172" idx="0"/>
          </p:cNvCxnSpPr>
          <p:nvPr/>
        </p:nvCxnSpPr>
        <p:spPr>
          <a:xfrm>
            <a:off x="5134961" y="3562306"/>
            <a:ext cx="954191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215CE42-6A79-FB39-D04A-593D57F2897D}"/>
              </a:ext>
            </a:extLst>
          </p:cNvPr>
          <p:cNvCxnSpPr>
            <a:cxnSpLocks/>
            <a:stCxn id="174" idx="2"/>
            <a:endCxn id="172" idx="0"/>
          </p:cNvCxnSpPr>
          <p:nvPr/>
        </p:nvCxnSpPr>
        <p:spPr>
          <a:xfrm flipH="1">
            <a:off x="6089152" y="3562306"/>
            <a:ext cx="1025809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DDF8D9B2-AA93-E235-9A23-73208B57C11F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6089152" y="4582642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ectangle 185">
            <a:extLst>
              <a:ext uri="{FF2B5EF4-FFF2-40B4-BE49-F238E27FC236}">
                <a16:creationId xmlns:a16="http://schemas.microsoft.com/office/drawing/2014/main" id="{BEF032A2-6003-68ED-F49F-0B6F845C118C}"/>
              </a:ext>
            </a:extLst>
          </p:cNvPr>
          <p:cNvSpPr/>
          <p:nvPr/>
        </p:nvSpPr>
        <p:spPr>
          <a:xfrm>
            <a:off x="8500770" y="2914306"/>
            <a:ext cx="1440000" cy="648000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1955CB17-AEAD-B2D9-625B-A952206ECD1F}"/>
              </a:ext>
            </a:extLst>
          </p:cNvPr>
          <p:cNvSpPr/>
          <p:nvPr/>
        </p:nvSpPr>
        <p:spPr>
          <a:xfrm>
            <a:off x="10480770" y="2914306"/>
            <a:ext cx="1440000" cy="64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Inverse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612E66B1-B7C8-48DF-8B33-23BE70D18688}"/>
              </a:ext>
            </a:extLst>
          </p:cNvPr>
          <p:cNvSpPr/>
          <p:nvPr/>
        </p:nvSpPr>
        <p:spPr>
          <a:xfrm>
            <a:off x="9274961" y="4954978"/>
            <a:ext cx="1800000" cy="6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Post-Chat Questionnaire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ECB424C5-25C7-A1C6-C701-C36341FECAC6}"/>
              </a:ext>
            </a:extLst>
          </p:cNvPr>
          <p:cNvSpPr/>
          <p:nvPr/>
        </p:nvSpPr>
        <p:spPr>
          <a:xfrm>
            <a:off x="9310770" y="877014"/>
            <a:ext cx="1800000" cy="64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Psychological Questionnaires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431D458-EF90-90C3-A29B-C7A739C1FC6D}"/>
              </a:ext>
            </a:extLst>
          </p:cNvPr>
          <p:cNvSpPr/>
          <p:nvPr/>
        </p:nvSpPr>
        <p:spPr>
          <a:xfrm>
            <a:off x="10480770" y="3934642"/>
            <a:ext cx="1440000" cy="648000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Mirror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3FC2D38A-F51B-7E69-BA3C-15EA9D256BA7}"/>
              </a:ext>
            </a:extLst>
          </p:cNvPr>
          <p:cNvSpPr/>
          <p:nvPr/>
        </p:nvSpPr>
        <p:spPr>
          <a:xfrm>
            <a:off x="8500770" y="3934642"/>
            <a:ext cx="1440000" cy="64800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Inverse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C176BB3C-C5F3-9A83-89A6-3B8F0264A3D2}"/>
              </a:ext>
            </a:extLst>
          </p:cNvPr>
          <p:cNvCxnSpPr>
            <a:cxnSpLocks/>
            <a:stCxn id="195" idx="2"/>
            <a:endCxn id="186" idx="0"/>
          </p:cNvCxnSpPr>
          <p:nvPr/>
        </p:nvCxnSpPr>
        <p:spPr>
          <a:xfrm flipH="1">
            <a:off x="9220770" y="2617350"/>
            <a:ext cx="990000" cy="29695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7AF6CD7B-314B-D28A-8610-53A71A1365A0}"/>
              </a:ext>
            </a:extLst>
          </p:cNvPr>
          <p:cNvCxnSpPr>
            <a:cxnSpLocks/>
            <a:stCxn id="195" idx="2"/>
            <a:endCxn id="187" idx="0"/>
          </p:cNvCxnSpPr>
          <p:nvPr/>
        </p:nvCxnSpPr>
        <p:spPr>
          <a:xfrm>
            <a:off x="10210770" y="2617350"/>
            <a:ext cx="990000" cy="29695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7DCB42A-CA4A-ABA7-960F-3A384C580014}"/>
              </a:ext>
            </a:extLst>
          </p:cNvPr>
          <p:cNvGrpSpPr/>
          <p:nvPr/>
        </p:nvGrpSpPr>
        <p:grpSpPr>
          <a:xfrm>
            <a:off x="9130770" y="1897350"/>
            <a:ext cx="2160000" cy="720000"/>
            <a:chOff x="1193327" y="1367951"/>
            <a:chExt cx="2160000" cy="720000"/>
          </a:xfrm>
        </p:grpSpPr>
        <p:sp>
          <p:nvSpPr>
            <p:cNvPr id="195" name="Diamond 194">
              <a:extLst>
                <a:ext uri="{FF2B5EF4-FFF2-40B4-BE49-F238E27FC236}">
                  <a16:creationId xmlns:a16="http://schemas.microsoft.com/office/drawing/2014/main" id="{D68EDF0C-DB8E-EEDA-E2A9-5D41965ABC11}"/>
                </a:ext>
              </a:extLst>
            </p:cNvPr>
            <p:cNvSpPr/>
            <p:nvPr/>
          </p:nvSpPr>
          <p:spPr>
            <a:xfrm>
              <a:off x="1193327" y="1367951"/>
              <a:ext cx="2160000" cy="720000"/>
            </a:xfrm>
            <a:prstGeom prst="diamond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400" dirty="0">
                <a:solidFill>
                  <a:schemeClr val="tx1"/>
                </a:solidFill>
              </a:endParaRP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202B1698-5536-F3FC-CBF8-D534135D2A19}"/>
                </a:ext>
              </a:extLst>
            </p:cNvPr>
            <p:cNvSpPr txBox="1"/>
            <p:nvPr/>
          </p:nvSpPr>
          <p:spPr>
            <a:xfrm>
              <a:off x="1592679" y="1481090"/>
              <a:ext cx="139666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dirty="0"/>
                <a:t>Randomization </a:t>
              </a:r>
            </a:p>
            <a:p>
              <a:pPr algn="ctr"/>
              <a:r>
                <a:rPr lang="en-GB" sz="1400" dirty="0"/>
                <a:t>(n=100)</a:t>
              </a:r>
              <a:r>
                <a:rPr lang="en-GB" sz="1800" dirty="0"/>
                <a:t> </a:t>
              </a:r>
            </a:p>
          </p:txBody>
        </p:sp>
      </p:grp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9AD5B131-CD96-EECC-C99E-065F555083DD}"/>
              </a:ext>
            </a:extLst>
          </p:cNvPr>
          <p:cNvCxnSpPr>
            <a:cxnSpLocks/>
            <a:stCxn id="187" idx="2"/>
            <a:endCxn id="190" idx="0"/>
          </p:cNvCxnSpPr>
          <p:nvPr/>
        </p:nvCxnSpPr>
        <p:spPr>
          <a:xfrm>
            <a:off x="11200770" y="3562306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29B82110-1D56-9BDC-3B41-502B184857A8}"/>
              </a:ext>
            </a:extLst>
          </p:cNvPr>
          <p:cNvCxnSpPr>
            <a:cxnSpLocks/>
            <a:stCxn id="186" idx="2"/>
            <a:endCxn id="191" idx="0"/>
          </p:cNvCxnSpPr>
          <p:nvPr/>
        </p:nvCxnSpPr>
        <p:spPr>
          <a:xfrm>
            <a:off x="9220770" y="3562306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857AF81C-63BF-E948-29C0-32398B89C2E7}"/>
              </a:ext>
            </a:extLst>
          </p:cNvPr>
          <p:cNvCxnSpPr>
            <a:cxnSpLocks/>
            <a:stCxn id="191" idx="2"/>
            <a:endCxn id="188" idx="0"/>
          </p:cNvCxnSpPr>
          <p:nvPr/>
        </p:nvCxnSpPr>
        <p:spPr>
          <a:xfrm>
            <a:off x="9220770" y="4582642"/>
            <a:ext cx="954191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69D2220-00C6-DD8B-88C2-E381971C561C}"/>
              </a:ext>
            </a:extLst>
          </p:cNvPr>
          <p:cNvCxnSpPr>
            <a:cxnSpLocks/>
            <a:stCxn id="190" idx="2"/>
            <a:endCxn id="188" idx="0"/>
          </p:cNvCxnSpPr>
          <p:nvPr/>
        </p:nvCxnSpPr>
        <p:spPr>
          <a:xfrm flipH="1">
            <a:off x="10174961" y="4582642"/>
            <a:ext cx="1025809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55940225-A1E1-93BF-EBB3-60E6551FF88D}"/>
              </a:ext>
            </a:extLst>
          </p:cNvPr>
          <p:cNvCxnSpPr>
            <a:cxnSpLocks/>
            <a:stCxn id="189" idx="2"/>
            <a:endCxn id="195" idx="0"/>
          </p:cNvCxnSpPr>
          <p:nvPr/>
        </p:nvCxnSpPr>
        <p:spPr>
          <a:xfrm>
            <a:off x="10210770" y="1525014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92340E75-BE2B-FB18-A979-C26D1495A47E}"/>
              </a:ext>
            </a:extLst>
          </p:cNvPr>
          <p:cNvSpPr txBox="1"/>
          <p:nvPr/>
        </p:nvSpPr>
        <p:spPr>
          <a:xfrm>
            <a:off x="8219777" y="26769"/>
            <a:ext cx="3137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C	</a:t>
            </a:r>
            <a:r>
              <a:rPr lang="en-GB" sz="2800" dirty="0"/>
              <a:t>Experiment 3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3CEDA06F-FE5B-38CA-3506-B643DBF0F81C}"/>
              </a:ext>
            </a:extLst>
          </p:cNvPr>
          <p:cNvSpPr/>
          <p:nvPr/>
        </p:nvSpPr>
        <p:spPr>
          <a:xfrm>
            <a:off x="1045421" y="5975314"/>
            <a:ext cx="1800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Analysis: n = 89</a:t>
            </a:r>
          </a:p>
        </p:txBody>
      </p: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4F312682-C17B-5A63-7261-B2A8E0BFF3F1}"/>
              </a:ext>
            </a:extLst>
          </p:cNvPr>
          <p:cNvCxnSpPr>
            <a:cxnSpLocks/>
            <a:stCxn id="79" idx="2"/>
            <a:endCxn id="207" idx="0"/>
          </p:cNvCxnSpPr>
          <p:nvPr/>
        </p:nvCxnSpPr>
        <p:spPr>
          <a:xfrm>
            <a:off x="1945421" y="5602978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Rectangle 211">
            <a:extLst>
              <a:ext uri="{FF2B5EF4-FFF2-40B4-BE49-F238E27FC236}">
                <a16:creationId xmlns:a16="http://schemas.microsoft.com/office/drawing/2014/main" id="{63B8C8F8-43F6-8994-3D69-B8FE3A4D1049}"/>
              </a:ext>
            </a:extLst>
          </p:cNvPr>
          <p:cNvSpPr/>
          <p:nvPr/>
        </p:nvSpPr>
        <p:spPr>
          <a:xfrm>
            <a:off x="5189152" y="5975314"/>
            <a:ext cx="1800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Analysis: n = 97</a:t>
            </a:r>
          </a:p>
        </p:txBody>
      </p: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CA08CEB9-6D10-26DC-7F31-8EDE32DAD0C8}"/>
              </a:ext>
            </a:extLst>
          </p:cNvPr>
          <p:cNvCxnSpPr>
            <a:cxnSpLocks/>
            <a:endCxn id="212" idx="0"/>
          </p:cNvCxnSpPr>
          <p:nvPr/>
        </p:nvCxnSpPr>
        <p:spPr>
          <a:xfrm>
            <a:off x="6089152" y="5602978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ectangle 213">
            <a:extLst>
              <a:ext uri="{FF2B5EF4-FFF2-40B4-BE49-F238E27FC236}">
                <a16:creationId xmlns:a16="http://schemas.microsoft.com/office/drawing/2014/main" id="{54AF0165-F1BE-00D7-37C2-FA20BA0020E5}"/>
              </a:ext>
            </a:extLst>
          </p:cNvPr>
          <p:cNvSpPr/>
          <p:nvPr/>
        </p:nvSpPr>
        <p:spPr>
          <a:xfrm>
            <a:off x="9274961" y="5975314"/>
            <a:ext cx="1800000" cy="64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Analysis: n = 100</a:t>
            </a:r>
          </a:p>
        </p:txBody>
      </p: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FD963D25-2AD3-58DB-2067-D0685192DD51}"/>
              </a:ext>
            </a:extLst>
          </p:cNvPr>
          <p:cNvCxnSpPr>
            <a:cxnSpLocks/>
            <a:endCxn id="214" idx="0"/>
          </p:cNvCxnSpPr>
          <p:nvPr/>
        </p:nvCxnSpPr>
        <p:spPr>
          <a:xfrm>
            <a:off x="10174961" y="5602978"/>
            <a:ext cx="0" cy="372336"/>
          </a:xfrm>
          <a:prstGeom prst="straightConnector1">
            <a:avLst/>
          </a:prstGeom>
          <a:ln>
            <a:solidFill>
              <a:schemeClr val="tx1"/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849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4337</TotalTime>
  <Words>69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Castiello de Obeso, Santiago</dc:creator>
  <cp:lastModifiedBy>Castiello de Obeso, Santiago</cp:lastModifiedBy>
  <cp:revision>1</cp:revision>
  <dcterms:created xsi:type="dcterms:W3CDTF">2025-02-08T15:01:08Z</dcterms:created>
  <dcterms:modified xsi:type="dcterms:W3CDTF">2025-08-26T14:32:44Z</dcterms:modified>
</cp:coreProperties>
</file>